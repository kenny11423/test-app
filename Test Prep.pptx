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  <p:sldMasterId id="2147483683" r:id="rId3"/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5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4520" y="1354680"/>
            <a:ext cx="5934960" cy="1844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71;p11"/>
          <p:cNvSpPr/>
          <p:nvPr/>
        </p:nvSpPr>
        <p:spPr>
          <a:xfrm rot="10800000">
            <a:off x="-547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" name="Google Shape;72;p11"/>
          <p:cNvGrpSpPr/>
          <p:nvPr/>
        </p:nvGrpSpPr>
        <p:grpSpPr>
          <a:xfrm>
            <a:off x="-55080" y="0"/>
            <a:ext cx="9199080" cy="4603680"/>
            <a:chOff x="-55080" y="0"/>
            <a:chExt cx="9199080" cy="4603680"/>
          </a:xfrm>
        </p:grpSpPr>
        <p:cxnSp>
          <p:nvCxnSpPr>
            <p:cNvPr id="12" name="Google Shape;73;p11"/>
            <p:cNvCxnSpPr/>
            <p:nvPr/>
          </p:nvCxnSpPr>
          <p:spPr>
            <a:xfrm flipH="1">
              <a:off x="4580280" y="534600"/>
              <a:ext cx="45640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" name="Google Shape;74;p11"/>
            <p:cNvCxnSpPr/>
            <p:nvPr/>
          </p:nvCxnSpPr>
          <p:spPr>
            <a:xfrm flipH="1">
              <a:off x="-55080" y="4603680"/>
              <a:ext cx="6567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" name="Google Shape;75;p11"/>
            <p:cNvCxnSpPr/>
            <p:nvPr/>
          </p:nvCxnSpPr>
          <p:spPr>
            <a:xfrm>
              <a:off x="65772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370960" y="5727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2370960" y="338256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2370960" y="1977840"/>
            <a:ext cx="440172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Google Shape;121;p17"/>
          <p:cNvGrpSpPr/>
          <p:nvPr/>
        </p:nvGrpSpPr>
        <p:grpSpPr>
          <a:xfrm>
            <a:off x="711000" y="0"/>
            <a:ext cx="7719480" cy="5143320"/>
            <a:chOff x="711000" y="0"/>
            <a:chExt cx="7719480" cy="5143320"/>
          </a:xfrm>
        </p:grpSpPr>
        <p:cxnSp>
          <p:nvCxnSpPr>
            <p:cNvPr id="36" name="Google Shape;122;p17"/>
            <p:cNvCxnSpPr/>
            <p:nvPr/>
          </p:nvCxnSpPr>
          <p:spPr>
            <a:xfrm flipV="1">
              <a:off x="711000" y="2191320"/>
              <a:ext cx="360" cy="2952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7" name="Google Shape;123;p17"/>
            <p:cNvCxnSpPr/>
            <p:nvPr/>
          </p:nvCxnSpPr>
          <p:spPr>
            <a:xfrm flipV="1">
              <a:off x="8430480" y="0"/>
              <a:ext cx="360" cy="21916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133;p20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45" name="Google Shape;134;p20"/>
            <p:cNvSpPr/>
            <p:nvPr/>
          </p:nvSpPr>
          <p:spPr>
            <a:xfrm>
              <a:off x="4186080" y="4426560"/>
              <a:ext cx="4957920" cy="7106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35;p20"/>
            <p:cNvSpPr/>
            <p:nvPr/>
          </p:nvSpPr>
          <p:spPr>
            <a:xfrm>
              <a:off x="0" y="0"/>
              <a:ext cx="852480" cy="51433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082400" y="544320"/>
            <a:ext cx="4223880" cy="120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138;p20"/>
          <p:cNvGrpSpPr/>
          <p:nvPr/>
        </p:nvGrpSpPr>
        <p:grpSpPr>
          <a:xfrm>
            <a:off x="0" y="539280"/>
            <a:ext cx="8430480" cy="4604040"/>
            <a:chOff x="0" y="539280"/>
            <a:chExt cx="8430480" cy="4604040"/>
          </a:xfrm>
        </p:grpSpPr>
        <p:cxnSp>
          <p:nvCxnSpPr>
            <p:cNvPr id="49" name="Google Shape;139;p20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50" name="Google Shape;140;p20"/>
            <p:cNvCxnSpPr/>
            <p:nvPr/>
          </p:nvCxnSpPr>
          <p:spPr>
            <a:xfrm flipH="1">
              <a:off x="0" y="539280"/>
              <a:ext cx="43372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9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60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1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4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65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6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7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62160" y="1023480"/>
            <a:ext cx="2890080" cy="167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Google Shape;160;p23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1" name="Google Shape;161;p23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72" name="Google Shape;162;p23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3" name="Google Shape;163;p23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1316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51200" y="1683000"/>
            <a:ext cx="3780720" cy="273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5" name="Google Shape;179;p25"/>
          <p:cNvSpPr/>
          <p:nvPr/>
        </p:nvSpPr>
        <p:spPr>
          <a:xfrm flipH="1">
            <a:off x="71280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80;p25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87" name="Google Shape;181;p25"/>
            <p:cNvCxnSpPr/>
            <p:nvPr/>
          </p:nvCxnSpPr>
          <p:spPr>
            <a:xfrm>
              <a:off x="885996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88" name="Google Shape;182;p25"/>
            <p:cNvCxnSpPr/>
            <p:nvPr/>
          </p:nvCxnSpPr>
          <p:spPr>
            <a:xfrm>
              <a:off x="28368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0" name="Google Shape;187;p26"/>
          <p:cNvSpPr/>
          <p:nvPr/>
        </p:nvSpPr>
        <p:spPr>
          <a:xfrm rot="10800000">
            <a:off x="886068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1" name="Google Shape;188;p26"/>
          <p:cNvGrpSpPr/>
          <p:nvPr/>
        </p:nvGrpSpPr>
        <p:grpSpPr>
          <a:xfrm>
            <a:off x="0" y="267120"/>
            <a:ext cx="9001800" cy="4876200"/>
            <a:chOff x="0" y="267120"/>
            <a:chExt cx="9001800" cy="4876200"/>
          </a:xfrm>
        </p:grpSpPr>
        <p:cxnSp>
          <p:nvCxnSpPr>
            <p:cNvPr id="92" name="Google Shape;189;p26"/>
            <p:cNvCxnSpPr/>
            <p:nvPr/>
          </p:nvCxnSpPr>
          <p:spPr>
            <a:xfrm flipH="1">
              <a:off x="0" y="267120"/>
              <a:ext cx="1739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3" name="Google Shape;190;p26"/>
            <p:cNvCxnSpPr/>
            <p:nvPr/>
          </p:nvCxnSpPr>
          <p:spPr>
            <a:xfrm>
              <a:off x="900180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6" name="Google Shape;207;p28"/>
          <p:cNvSpPr/>
          <p:nvPr/>
        </p:nvSpPr>
        <p:spPr>
          <a:xfrm>
            <a:off x="0" y="487620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208;p28"/>
          <p:cNvGrpSpPr/>
          <p:nvPr/>
        </p:nvGrpSpPr>
        <p:grpSpPr>
          <a:xfrm>
            <a:off x="283680" y="0"/>
            <a:ext cx="8860320" cy="5009760"/>
            <a:chOff x="283680" y="0"/>
            <a:chExt cx="8860320" cy="5009760"/>
          </a:xfrm>
        </p:grpSpPr>
        <p:cxnSp>
          <p:nvCxnSpPr>
            <p:cNvPr id="98" name="Google Shape;209;p28"/>
            <p:cNvCxnSpPr/>
            <p:nvPr/>
          </p:nvCxnSpPr>
          <p:spPr>
            <a:xfrm>
              <a:off x="457200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99" name="Google Shape;210;p28"/>
            <p:cNvCxnSpPr/>
            <p:nvPr/>
          </p:nvCxnSpPr>
          <p:spPr>
            <a:xfrm flipV="1">
              <a:off x="283680" y="0"/>
              <a:ext cx="360" cy="29196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Google Shape;235;p30"/>
          <p:cNvSpPr/>
          <p:nvPr/>
        </p:nvSpPr>
        <p:spPr>
          <a:xfrm>
            <a:off x="0" y="4876200"/>
            <a:ext cx="843012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5" name="Google Shape;236;p30"/>
          <p:cNvGrpSpPr/>
          <p:nvPr/>
        </p:nvGrpSpPr>
        <p:grpSpPr>
          <a:xfrm>
            <a:off x="283680" y="-3960"/>
            <a:ext cx="8576280" cy="5147280"/>
            <a:chOff x="283680" y="-3960"/>
            <a:chExt cx="8576280" cy="5147280"/>
          </a:xfrm>
        </p:grpSpPr>
        <p:cxnSp>
          <p:nvCxnSpPr>
            <p:cNvPr id="106" name="Google Shape;237;p30"/>
            <p:cNvCxnSpPr/>
            <p:nvPr/>
          </p:nvCxnSpPr>
          <p:spPr>
            <a:xfrm>
              <a:off x="2836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07" name="Google Shape;238;p30"/>
            <p:cNvCxnSpPr/>
            <p:nvPr/>
          </p:nvCxnSpPr>
          <p:spPr>
            <a:xfrm>
              <a:off x="8859960" y="-3960"/>
              <a:ext cx="360" cy="257580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9" name="Google Shape;25;p4"/>
          <p:cNvSpPr/>
          <p:nvPr/>
        </p:nvSpPr>
        <p:spPr>
          <a:xfrm flipH="1">
            <a:off x="-720" y="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0" name="Google Shape;26;p4"/>
          <p:cNvGrpSpPr/>
          <p:nvPr/>
        </p:nvGrpSpPr>
        <p:grpSpPr>
          <a:xfrm>
            <a:off x="0" y="0"/>
            <a:ext cx="8859960" cy="4875840"/>
            <a:chOff x="0" y="0"/>
            <a:chExt cx="8859960" cy="4875840"/>
          </a:xfrm>
        </p:grpSpPr>
        <p:cxnSp>
          <p:nvCxnSpPr>
            <p:cNvPr id="111" name="Google Shape;27;p4"/>
            <p:cNvCxnSpPr/>
            <p:nvPr/>
          </p:nvCxnSpPr>
          <p:spPr>
            <a:xfrm>
              <a:off x="8859960" y="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2" name="Google Shape;28;p4"/>
            <p:cNvCxnSpPr/>
            <p:nvPr/>
          </p:nvCxnSpPr>
          <p:spPr>
            <a:xfrm flipH="1">
              <a:off x="0" y="4875840"/>
              <a:ext cx="84448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4" name="Google Shape;253;p31"/>
          <p:cNvSpPr/>
          <p:nvPr/>
        </p:nvSpPr>
        <p:spPr>
          <a:xfrm rot="10800000" flipH="1">
            <a:off x="-36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5" name="Google Shape;254;p31"/>
          <p:cNvGrpSpPr/>
          <p:nvPr/>
        </p:nvGrpSpPr>
        <p:grpSpPr>
          <a:xfrm>
            <a:off x="141840" y="267120"/>
            <a:ext cx="9001800" cy="4876200"/>
            <a:chOff x="141840" y="267120"/>
            <a:chExt cx="9001800" cy="4876200"/>
          </a:xfrm>
        </p:grpSpPr>
        <p:cxnSp>
          <p:nvCxnSpPr>
            <p:cNvPr id="116" name="Google Shape;255;p31"/>
            <p:cNvCxnSpPr/>
            <p:nvPr/>
          </p:nvCxnSpPr>
          <p:spPr>
            <a:xfrm>
              <a:off x="7907760" y="267120"/>
              <a:ext cx="1236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17" name="Google Shape;256;p31"/>
            <p:cNvCxnSpPr/>
            <p:nvPr/>
          </p:nvCxnSpPr>
          <p:spPr>
            <a:xfrm>
              <a:off x="141840" y="1184760"/>
              <a:ext cx="360" cy="39589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9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120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21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22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71;p34"/>
          <p:cNvSpPr/>
          <p:nvPr/>
        </p:nvSpPr>
        <p:spPr>
          <a:xfrm rot="10800000">
            <a:off x="360" y="360"/>
            <a:ext cx="71640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272;p34"/>
          <p:cNvGrpSpPr/>
          <p:nvPr/>
        </p:nvGrpSpPr>
        <p:grpSpPr>
          <a:xfrm>
            <a:off x="0" y="362880"/>
            <a:ext cx="8859960" cy="4780440"/>
            <a:chOff x="0" y="362880"/>
            <a:chExt cx="8859960" cy="4780440"/>
          </a:xfrm>
        </p:grpSpPr>
        <p:cxnSp>
          <p:nvCxnSpPr>
            <p:cNvPr id="129" name="Google Shape;273;p34"/>
            <p:cNvCxnSpPr/>
            <p:nvPr/>
          </p:nvCxnSpPr>
          <p:spPr>
            <a:xfrm flipH="1">
              <a:off x="0" y="362880"/>
              <a:ext cx="48711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0" name="Google Shape;274;p34"/>
            <p:cNvCxnSpPr/>
            <p:nvPr/>
          </p:nvCxnSpPr>
          <p:spPr>
            <a:xfrm>
              <a:off x="8859960" y="1012320"/>
              <a:ext cx="360" cy="4131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5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137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38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3160" y="519120"/>
            <a:ext cx="2789280" cy="197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2" name="Google Shape;47;p7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3" name="Google Shape;48;p7"/>
          <p:cNvGrpSpPr/>
          <p:nvPr/>
        </p:nvGrpSpPr>
        <p:grpSpPr>
          <a:xfrm>
            <a:off x="0" y="0"/>
            <a:ext cx="3812040" cy="4608360"/>
            <a:chOff x="0" y="0"/>
            <a:chExt cx="3812040" cy="4608360"/>
          </a:xfrm>
        </p:grpSpPr>
        <p:cxnSp>
          <p:nvCxnSpPr>
            <p:cNvPr id="144" name="Google Shape;49;p7"/>
            <p:cNvCxnSpPr/>
            <p:nvPr/>
          </p:nvCxnSpPr>
          <p:spPr>
            <a:xfrm flipV="1">
              <a:off x="3812040" y="0"/>
              <a:ext cx="360" cy="6987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5" name="Google Shape;50;p7"/>
            <p:cNvCxnSpPr/>
            <p:nvPr/>
          </p:nvCxnSpPr>
          <p:spPr>
            <a:xfrm>
              <a:off x="0" y="4608360"/>
              <a:ext cx="33872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864800" y="1218960"/>
            <a:ext cx="5414040" cy="229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7" name="Google Shape;53;p8"/>
          <p:cNvSpPr/>
          <p:nvPr/>
        </p:nvSpPr>
        <p:spPr>
          <a:xfrm flipH="1">
            <a:off x="-5544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8" name="Google Shape;54;p8"/>
          <p:cNvGrpSpPr/>
          <p:nvPr/>
        </p:nvGrpSpPr>
        <p:grpSpPr>
          <a:xfrm>
            <a:off x="-55080" y="539280"/>
            <a:ext cx="9199080" cy="4604040"/>
            <a:chOff x="-55080" y="539280"/>
            <a:chExt cx="9199080" cy="4604040"/>
          </a:xfrm>
        </p:grpSpPr>
        <p:cxnSp>
          <p:nvCxnSpPr>
            <p:cNvPr id="149" name="Google Shape;55;p8"/>
            <p:cNvCxnSpPr/>
            <p:nvPr/>
          </p:nvCxnSpPr>
          <p:spPr>
            <a:xfrm flipH="1">
              <a:off x="3484800" y="4608360"/>
              <a:ext cx="56595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0" name="Google Shape;56;p8"/>
            <p:cNvCxnSpPr/>
            <p:nvPr/>
          </p:nvCxnSpPr>
          <p:spPr>
            <a:xfrm flipH="1">
              <a:off x="-55080" y="539280"/>
              <a:ext cx="46414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1" name="Google Shape;57;p8"/>
            <p:cNvCxnSpPr/>
            <p:nvPr/>
          </p:nvCxnSpPr>
          <p:spPr>
            <a:xfrm flipV="1">
              <a:off x="65772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963080" y="829800"/>
            <a:ext cx="5217840" cy="1338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" name="Google Shape;61;p9"/>
          <p:cNvSpPr/>
          <p:nvPr/>
        </p:nvSpPr>
        <p:spPr>
          <a:xfrm>
            <a:off x="0" y="4426560"/>
            <a:ext cx="9143640" cy="7106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4" name="Google Shape;62;p9"/>
          <p:cNvGrpSpPr/>
          <p:nvPr/>
        </p:nvGrpSpPr>
        <p:grpSpPr>
          <a:xfrm>
            <a:off x="712440" y="539280"/>
            <a:ext cx="8431560" cy="4604040"/>
            <a:chOff x="712440" y="539280"/>
            <a:chExt cx="8431560" cy="4604040"/>
          </a:xfrm>
        </p:grpSpPr>
        <p:cxnSp>
          <p:nvCxnSpPr>
            <p:cNvPr id="155" name="Google Shape;63;p9"/>
            <p:cNvCxnSpPr/>
            <p:nvPr/>
          </p:nvCxnSpPr>
          <p:spPr>
            <a:xfrm>
              <a:off x="4572000" y="53928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56" name="Google Shape;64;p9"/>
            <p:cNvCxnSpPr/>
            <p:nvPr/>
          </p:nvCxnSpPr>
          <p:spPr>
            <a:xfrm flipV="1">
              <a:off x="712440" y="1685160"/>
              <a:ext cx="360" cy="34585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99360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title"/>
          </p:nvPr>
        </p:nvSpPr>
        <p:spPr>
          <a:xfrm>
            <a:off x="99360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5033880" y="148356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title"/>
          </p:nvPr>
        </p:nvSpPr>
        <p:spPr>
          <a:xfrm>
            <a:off x="5033880" y="3179880"/>
            <a:ext cx="87588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3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0" name="Google Shape;91;p1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83000" y="3920040"/>
            <a:ext cx="757728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" name="Google Shape;95;p14"/>
          <p:cNvCxnSpPr/>
          <p:nvPr/>
        </p:nvCxnSpPr>
        <p:spPr>
          <a:xfrm flipH="1">
            <a:off x="0" y="4875840"/>
            <a:ext cx="825732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053080" y="2036160"/>
            <a:ext cx="557892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55632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00;p15"/>
          <p:cNvSpPr/>
          <p:nvPr/>
        </p:nvSpPr>
        <p:spPr>
          <a:xfrm flipH="1">
            <a:off x="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6" name="Google Shape;101;p15"/>
          <p:cNvCxnSpPr/>
          <p:nvPr/>
        </p:nvCxnSpPr>
        <p:spPr>
          <a:xfrm flipH="1">
            <a:off x="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7131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0303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3371760" y="1575000"/>
            <a:ext cx="240012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1" name="Google Shape;113;p16"/>
          <p:cNvCxnSpPr/>
          <p:nvPr/>
        </p:nvCxnSpPr>
        <p:spPr>
          <a:xfrm flipH="1">
            <a:off x="5035680" y="4797360"/>
            <a:ext cx="410868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9" name="Google Shape;126;p18"/>
          <p:cNvGrpSpPr/>
          <p:nvPr/>
        </p:nvGrpSpPr>
        <p:grpSpPr>
          <a:xfrm>
            <a:off x="-360" y="4876200"/>
            <a:ext cx="9143640" cy="267120"/>
            <a:chOff x="-360" y="4876200"/>
            <a:chExt cx="9143640" cy="267120"/>
          </a:xfrm>
        </p:grpSpPr>
        <p:sp>
          <p:nvSpPr>
            <p:cNvPr id="40" name="Google Shape;127;p18"/>
            <p:cNvSpPr/>
            <p:nvPr/>
          </p:nvSpPr>
          <p:spPr>
            <a:xfrm flipH="1">
              <a:off x="-720" y="4876200"/>
              <a:ext cx="9143640" cy="26712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1" name="Google Shape;128;p18"/>
            <p:cNvCxnSpPr/>
            <p:nvPr/>
          </p:nvCxnSpPr>
          <p:spPr>
            <a:xfrm flipH="1">
              <a:off x="0" y="500976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43" name="Google Shape;131;p19"/>
          <p:cNvCxnSpPr/>
          <p:nvPr/>
        </p:nvCxnSpPr>
        <p:spPr>
          <a:xfrm>
            <a:off x="0" y="262080"/>
            <a:ext cx="22863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12000" y="2036160"/>
            <a:ext cx="4944600" cy="147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title"/>
          </p:nvPr>
        </p:nvSpPr>
        <p:spPr>
          <a:xfrm>
            <a:off x="1512000" y="1012680"/>
            <a:ext cx="107568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xx%</a:t>
            </a:r>
            <a:endParaRPr lang="fr-FR" sz="4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20;p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55" name="Google Shape;21;p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746960" y="1023480"/>
            <a:ext cx="2629800" cy="1521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" name="Google Shape;167;p2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grpSp>
          <p:nvGrpSpPr>
            <p:cNvPr id="76" name="Google Shape;168;p24"/>
            <p:cNvGrpSpPr/>
            <p:nvPr/>
          </p:nvGrpSpPr>
          <p:grpSpPr>
            <a:xfrm>
              <a:off x="0" y="0"/>
              <a:ext cx="9143640" cy="5143320"/>
              <a:chOff x="0" y="0"/>
              <a:chExt cx="9143640" cy="5143320"/>
            </a:xfrm>
          </p:grpSpPr>
          <p:sp>
            <p:nvSpPr>
              <p:cNvPr id="77" name="Google Shape;169;p24"/>
              <p:cNvSpPr/>
              <p:nvPr/>
            </p:nvSpPr>
            <p:spPr>
              <a:xfrm flipH="1">
                <a:off x="0" y="4608720"/>
                <a:ext cx="4957920" cy="52884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170;p24"/>
              <p:cNvSpPr/>
              <p:nvPr/>
            </p:nvSpPr>
            <p:spPr>
              <a:xfrm flipH="1">
                <a:off x="8291160" y="0"/>
                <a:ext cx="852480" cy="5143320"/>
              </a:xfrm>
              <a:prstGeom prst="rect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9" name="Google Shape;171;p24"/>
            <p:cNvGrpSpPr/>
            <p:nvPr/>
          </p:nvGrpSpPr>
          <p:grpSpPr>
            <a:xfrm>
              <a:off x="713160" y="539280"/>
              <a:ext cx="8430480" cy="4604040"/>
              <a:chOff x="713160" y="539280"/>
              <a:chExt cx="8430480" cy="4604040"/>
            </a:xfrm>
          </p:grpSpPr>
          <p:cxnSp>
            <p:nvCxnSpPr>
              <p:cNvPr id="80" name="Google Shape;172;p24"/>
              <p:cNvCxnSpPr/>
              <p:nvPr/>
            </p:nvCxnSpPr>
            <p:spPr>
              <a:xfrm flipV="1">
                <a:off x="713160" y="804960"/>
                <a:ext cx="360" cy="433872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  <p:cxnSp>
            <p:nvCxnSpPr>
              <p:cNvPr id="81" name="Google Shape;173;p24"/>
              <p:cNvCxnSpPr/>
              <p:nvPr/>
            </p:nvCxnSpPr>
            <p:spPr>
              <a:xfrm>
                <a:off x="4807080" y="539280"/>
                <a:ext cx="4336920" cy="360"/>
              </a:xfrm>
              <a:prstGeom prst="straightConnector1">
                <a:avLst/>
              </a:prstGeom>
              <a:ln w="9525">
                <a:solidFill>
                  <a:srgbClr val="0A0A0A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Google Shape;221;p29"/>
          <p:cNvSpPr/>
          <p:nvPr/>
        </p:nvSpPr>
        <p:spPr>
          <a:xfrm flipH="1">
            <a:off x="885960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02" name="Google Shape;222;p29"/>
          <p:cNvCxnSpPr/>
          <p:nvPr/>
        </p:nvCxnSpPr>
        <p:spPr>
          <a:xfrm flipV="1">
            <a:off x="9001800" y="0"/>
            <a:ext cx="360" cy="39585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266;p33"/>
          <p:cNvCxnSpPr/>
          <p:nvPr/>
        </p:nvCxnSpPr>
        <p:spPr>
          <a:xfrm flipV="1">
            <a:off x="9001800" y="0"/>
            <a:ext cx="360" cy="265284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sp>
        <p:nvSpPr>
          <p:cNvPr id="124" name="Google Shape;267;p33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25" name="Google Shape;268;p33"/>
          <p:cNvCxnSpPr/>
          <p:nvPr/>
        </p:nvCxnSpPr>
        <p:spPr>
          <a:xfrm>
            <a:off x="4273200" y="4875840"/>
            <a:ext cx="4871160" cy="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  <p:cxnSp>
        <p:nvCxnSpPr>
          <p:cNvPr id="126" name="Google Shape;269;p33"/>
          <p:cNvCxnSpPr/>
          <p:nvPr/>
        </p:nvCxnSpPr>
        <p:spPr>
          <a:xfrm flipV="1">
            <a:off x="71100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2" name="Google Shape;35;p5"/>
          <p:cNvSpPr/>
          <p:nvPr/>
        </p:nvSpPr>
        <p:spPr>
          <a:xfrm flipH="1">
            <a:off x="-72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33" name="Google Shape;36;p5"/>
          <p:cNvCxnSpPr/>
          <p:nvPr/>
        </p:nvCxnSpPr>
        <p:spPr>
          <a:xfrm flipV="1">
            <a:off x="8864640" y="0"/>
            <a:ext cx="360" cy="4131360"/>
          </a:xfrm>
          <a:prstGeom prst="straightConnector1">
            <a:avLst/>
          </a:prstGeom>
          <a:ln w="9525">
            <a:solidFill>
              <a:srgbClr val="0A0A0A"/>
            </a:solidFill>
            <a:round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713160" y="3947040"/>
            <a:ext cx="771732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4240" y="1019160"/>
            <a:ext cx="5600520" cy="221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1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Báo Cáo </a:t>
            </a:r>
            <a:r>
              <a:rPr lang="en-US" sz="4100" b="0" u="none" strike="noStrike">
                <a:solidFill>
                  <a:schemeClr val="accent1"/>
                </a:solidFill>
                <a:effectLst/>
                <a:uFillTx/>
                <a:latin typeface="Golos Text"/>
                <a:ea typeface="Golos Text"/>
              </a:rPr>
              <a:t>Tiến Độ </a:t>
            </a:r>
            <a:endParaRPr lang="fr-FR" sz="4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Công Việc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714240" y="3314880"/>
            <a:ext cx="560052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Phân tích, đặc tả, thiết kế và phát triền ứng dụng luyện thi trắc nghiệm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086360" y="542880"/>
            <a:ext cx="421920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Giới thiệu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086360" y="1752480"/>
            <a:ext cx="4219200" cy="259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Test Prep App Online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là ứng dụng desktop (Windows/macOS) cho thi trắc nghiệm từ xa, sử dụng Python + PySide6 và MySQL.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55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Giải pháp biến máy cá nhân thành </a:t>
            </a:r>
            <a:r>
              <a:rPr lang="en-US" sz="1500" b="0" i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Local Server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bằng </a:t>
            </a: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Ngrok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để kết nối client mà không cần VPS, áp dụng mô hình phân lớp 4 tầng.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5" name="Google Shape;329;p44"/>
          <p:cNvPicPr/>
          <p:nvPr/>
        </p:nvPicPr>
        <p:blipFill>
          <a:blip r:embed="rId2"/>
          <a:stretch/>
        </p:blipFill>
        <p:spPr>
          <a:xfrm>
            <a:off x="592200" y="544320"/>
            <a:ext cx="3311640" cy="3883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os Text"/>
              </a:rPr>
              <a:t>Tổng quan dự án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8" name="image69da1190adf62" descr="image69da1190adf67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52560" y="1181160"/>
            <a:ext cx="486684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Sản phẩm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952560" y="2114640"/>
            <a:ext cx="486684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Ứng dụng desktop hỗ trợ tổ chức và làm bài thi trắc nghiệm từ xa với giao diện quản trị và học sinh.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Tích hợp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mã hóa mật khẩu (Bcrypt)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và cơ chế tự động cấu hình mạng bằng Ngrok.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</a:rPr>
              <a:t>Kiến trúc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Hệ thống theo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Layered Architecture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: Giao diện, Nghiệp vụ, Truy cập dữ liệu, Tích hợp bên ngoài.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Cơ sở dữ liệu MySQL với Auto-Schema và pattern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Singleton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 cho kết nối DB.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3" name="image69da1190b911e" descr="image69da1190b9122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/>
          </p:nvPr>
        </p:nvSpPr>
        <p:spPr>
          <a:xfrm>
            <a:off x="1695600" y="1762200"/>
            <a:ext cx="57621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Giải pháp chuyển máy cá nhân thành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Local Server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bằng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Ngrok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loại bỏ nhu cầu thuê VPS và tự động hóa cấu hình mạng cho client.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Hệ thống áp dụng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Layered Architecture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(Giao diện, Nghiệp vụ, Truy cập dữ liệu, Tích hợp). Cơ chế bảo mật bằng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Bcrypt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 cho mật khẩu.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title"/>
          </p:nvPr>
        </p:nvSpPr>
        <p:spPr>
          <a:xfrm>
            <a:off x="714240" y="466560"/>
            <a:ext cx="7714800" cy="55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Giải pháp cốt lõi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Golos Text"/>
              </a:rPr>
              <a:t>Tiến độ &amp; Thành viên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8" name="image69da1190c3e23" descr="image69da1190c3e27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</a:rPr>
              <a:t>Tiến độ hiện tại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Tiến độ tổng thể ~91%. Cơ sở dữ liệu MySQL với 5 bảng chính và cơ chế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Auto-Schema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 đã thiết lập.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Hiện đang trong giai đoạn hoàn thiện tính năng và sửa lỗi, tập trung vào xử lý Regex, API quản trị và logic điểm.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1" name="image69da1190ceac3" descr="image69da1190ceac7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</a:rPr>
              <a:t>Chi tiết từng thành viên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Trần Long Vũ — 90%: Hoàn thiện lớp quản lý kết nối DB (pattern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Singleton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) và Auto-Schema. Đang fix Regex cho trích xuất câu hỏi từ PDF.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Phạm Quang Huy — 95%: Hoàn tất dò cấu hình Ngrok tự động và giao diện Admin. Đang tích hợp API sửa/xóa câu hỏi.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mmissioner"/>
              </a:rPr>
              <a:t>Phạm Đức Huy — 88%: Hoàn thành UI client, SPA bằng QStackedWidget và logic phòng thi. Đang sửa lỗi cộng điểm và đẩy kết quả.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52560" y="1181160"/>
            <a:ext cx="486684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Kết quả đạt được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952560" y="2114640"/>
            <a:ext cx="486684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Đã phát triền hầu hết những tính năng cốt lõi của ứng dụng "luyện thi trắc nghiệm".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Đã có giao diện cơ bản để người dùng có thể sử dụng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52560" y="1181160"/>
            <a:ext cx="486684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Golos Text"/>
                <a:ea typeface="Golos Text"/>
              </a:rPr>
              <a:t>Đang phát triển thêm</a:t>
            </a:r>
            <a:endParaRPr lang="fr-FR" sz="3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952560" y="2114640"/>
            <a:ext cx="486684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- Giao diện cần được hoàn thiện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- Tính năng scan câu hỏi từ pdf còn lỗi do hạn chế của thư viện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- Tốc độ load của ứng dụng còn chậm do giới hạn của ngôn ngữ 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- Việc kết nối server phải setup thủ công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479</Words>
  <Application>Microsoft Office PowerPoint</Application>
  <PresentationFormat>On-screen Show (16:9)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Commissioner</vt:lpstr>
      <vt:lpstr>Golos Text</vt:lpstr>
      <vt:lpstr>OpenSymbol</vt:lpstr>
      <vt:lpstr>Symbol</vt:lpstr>
      <vt:lpstr>Wingdings</vt:lpstr>
      <vt:lpstr>Formulating a Research Problem for University Students by Slidesgo</vt:lpstr>
      <vt:lpstr>Formulating a Research Problem for University Students by Slidesgo</vt:lpstr>
      <vt:lpstr>Slidesgo Final Pages</vt:lpstr>
      <vt:lpstr>Slidesgo Final Pages</vt:lpstr>
      <vt:lpstr>Báo Cáo Tiến Độ  Công Việc</vt:lpstr>
      <vt:lpstr>Giới thiệu</vt:lpstr>
      <vt:lpstr>PowerPoint Presentation</vt:lpstr>
      <vt:lpstr>Sản phẩm</vt:lpstr>
      <vt:lpstr>PowerPoint Presentation</vt:lpstr>
      <vt:lpstr>Giải pháp cốt lõi</vt:lpstr>
      <vt:lpstr>PowerPoint Presentation</vt:lpstr>
      <vt:lpstr>PowerPoint Presentation</vt:lpstr>
      <vt:lpstr>PowerPoint Presentation</vt:lpstr>
      <vt:lpstr>Kết quả đạt được</vt:lpstr>
      <vt:lpstr>Đang phát triển thêm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KANGHIII</cp:lastModifiedBy>
  <cp:revision>1</cp:revision>
  <dcterms:modified xsi:type="dcterms:W3CDTF">2026-04-11T09:18:22Z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2026-04-11T09:17:02Z</dcterms:created>
  <dc:creator>Unknown Creator</dc:creator>
  <dc:description/>
  <dc:language>en-US</dc:language>
  <cp:lastModifiedBy>Unknown Creator</cp:lastModifiedBy>
  <dcterms:modified xsi:type="dcterms:W3CDTF">2026-04-11T09:17:02Z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